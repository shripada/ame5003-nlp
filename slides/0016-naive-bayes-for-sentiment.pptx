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58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SENTIMENT ANALYSER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machine to tell a good review from a bad one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trained by hand on seven movie reviews — every count, prior, likelihood and posterior worked 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7008" y="457200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91056" y="457200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75104" y="4572000"/>
            <a:ext cx="146304" cy="146304"/>
          </a:xfrm>
          <a:prstGeom prst="ellipse">
            <a:avLst/>
          </a:prstGeom>
          <a:solidFill>
            <a:srgbClr val="AEB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59152" y="45720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goal, and the two phases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 a review's words, get back a label: positive or negative. Every model like this has two phases.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TRAINING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9184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labelled reviews and just count.
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many reviews are positive vs negative  → the </a:t>
            </a: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often each word shows up in each class  → the 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29400" y="2606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PREDICTING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29184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brand-new review and apply Bayes.
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multiply the prior by each word's likelihood
•  do it for both classes, then normalise
•  bigger posterior wins  → the label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training corpus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short reviews, already labelled by hand — a few more positive than negative, as real datasets tend to be.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830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(4 reviews)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2377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movie”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3154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acting loved”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51560" y="3931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“brilliant loved movie”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70916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51560" y="4709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“loved great film”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7830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(3 reviews)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92240" y="2377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“boring movie”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3154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“terrible acting hated”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92240" y="3931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“boring hated film”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treated as a plain bag of words — which words appear, not their order. That's the “naive” simplification again.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① — the prior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reading any words: how common is each label? Just count the reviews — 7 in all, 4 positive and 3 negative.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P(positive)  =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77063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20440" y="3429000"/>
            <a:ext cx="822960" cy="3200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20440" y="352044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0.57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9224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P(negative)  =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77063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961120" y="3429000"/>
            <a:ext cx="822960" cy="3200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961120" y="3520440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92124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0.43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leans positive (4 vs 3), so the prior already tilts that way before a single word is read — and that tilt feeds into every prediction.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② — count every word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all positive reviews together, all negatives together, and tally how often each word appears.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94560" y="1600200"/>
            <a:ext cx="7772400" cy="43891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468880" y="16002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002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POSITIVE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6002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NEGATIVE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039112"/>
            <a:ext cx="7772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468880" y="2039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039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039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94560" y="2404872"/>
            <a:ext cx="7772400" cy="365760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468880" y="2404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94560" y="2770632"/>
            <a:ext cx="7772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46888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770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194560" y="3136392"/>
            <a:ext cx="7772400" cy="365760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46888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94560" y="3502152"/>
            <a:ext cx="7772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46888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194560" y="3867912"/>
            <a:ext cx="7772400" cy="365760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46888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3867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867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194560" y="4233672"/>
            <a:ext cx="7772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468880" y="4233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194560" y="4599432"/>
            <a:ext cx="7772400" cy="365760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2468880" y="4599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126480" y="4599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4599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194560" y="4965192"/>
            <a:ext cx="77724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2468880" y="4965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hated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126480" y="4965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4965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194560" y="5330952"/>
            <a:ext cx="7772400" cy="365760"/>
          </a:xfrm>
          <a:prstGeom prst="rect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2468880" y="5330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words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126480" y="5330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5330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= 9 distinct words.  The two classes even have different totals (11 vs 8) — nothing is forced to match.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③ — counts into likelihoods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likelihood is just a word's share of its class. But a raw zero would wipe out a whole review — so we add 1 to every count.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6035040" cy="2286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331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P(word | class)  =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31343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0" y="2971800"/>
            <a:ext cx="2560320" cy="320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931920" y="306324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 words) + (vocab)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611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“+1” is Laplace smoothing:  no word is ever impossible.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920240"/>
            <a:ext cx="43891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0" y="20848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Denominators differ per class:
</a:t>
            </a:r>
            <a:r>
              <a:rPr lang="en-US" sz="13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= 11 + 9 = 20      neg = 8 + 9 = 17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697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P(great | pos) = (3+1)/20 = </a:t>
            </a: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
</a:t>
            </a: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P(great | neg) = (0+1)/17 = </a:t>
            </a:r>
            <a:r>
              <a:rPr lang="en-US" sz="14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
</a:t>
            </a: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P(loved | pos) = (3+1)/20 = </a:t>
            </a: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
</a:t>
            </a: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P(loved | neg) = (0+1)/17 = </a:t>
            </a:r>
            <a:r>
              <a:rPr lang="en-US" sz="14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480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+1, P(great | neg) would be 0 — and a single such word could zero out an entire class score. Smoothing keeps every word in the running.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trained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done. This is everything the model “knows” — a prior and a smoothed likelihood per word.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19202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Priors:   </a:t>
            </a:r>
            <a:r>
              <a:rPr lang="en-US" sz="19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P(pos) = 4/7 ≈ 0.57</a:t>
            </a:r>
            <a:r>
              <a:rPr lang="en-US" sz="1900" b="1" dirty="0">
                <a:solidFill>
                  <a:srgbClr val="FE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P(neg) = 3/7 ≈ 0.43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3063240"/>
            <a:ext cx="9235440" cy="457200"/>
          </a:xfrm>
          <a:prstGeom prst="rect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3736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P(word | pos)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E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P(word | neg)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3520440"/>
            <a:ext cx="92354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737360" y="35204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5204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5204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3922776"/>
            <a:ext cx="9235440" cy="402336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737360" y="39227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9227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9227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63040" y="4325112"/>
            <a:ext cx="92354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737360" y="4325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325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325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63040" y="4727448"/>
            <a:ext cx="9235440" cy="402336"/>
          </a:xfrm>
          <a:prstGeom prst="rect">
            <a:avLst/>
          </a:prstGeom>
          <a:solidFill>
            <a:srgbClr val="E9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737360" y="47274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727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7274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463040" y="5129784"/>
            <a:ext cx="92354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737360" y="51297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51297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51297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(showing the words we'll need next; the other four words are stored the same way)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predict a new review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never seen this one: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651760" y="2148840"/>
            <a:ext cx="6858000" cy="1280160"/>
          </a:xfrm>
          <a:prstGeom prst="roundRect">
            <a:avLst>
              <a:gd name="adj" fmla="val 1071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651760" y="21488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loved great movie ”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into its three words — order ignored, it's a bag of words: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108960" y="44805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10896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212080" y="44805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21208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0" y="44805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score it two ways — “if positive” and “if negative” — then compare.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it for each class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the three word-likelihoods. (Same Bayes numerator as the spam and wolf examples.)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5156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P(pos) × P(loved|pos) × P(great|pos) × P(movie|pos)
</a:t>
            </a: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 ×  4/20  ×  4/20  ×  3/20
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0.57 × 0.20 × 0.20 × 0.15
</a:t>
            </a:r>
            <a:r>
              <a:rPr lang="en-US" sz="2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0.00343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4320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P(neg) × P(loved|neg) × P(great|neg) × P(movie|neg)
</a:t>
            </a: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 ×  1/17  ×  1/17  ×  2/17
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0.43 × 0.059 × 0.059 × 0.118
</a:t>
            </a:r>
            <a:r>
              <a:rPr lang="en-US" sz="24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0.00017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already looks far larger — but let's turn the two scores into a real probability.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then the answer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just the two scores added — then divide to normalise.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63040" y="2057400"/>
            <a:ext cx="9235440" cy="1051560"/>
          </a:xfrm>
          <a:prstGeom prst="roundRect">
            <a:avLst>
              <a:gd name="adj" fmla="val 10435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463040" y="205740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=  </a:t>
            </a:r>
            <a:r>
              <a:rPr lang="en-US" sz="2000" b="1" dirty="0">
                <a:solidFill>
                  <a:srgbClr val="9AE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0.00343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000" b="1" dirty="0">
                <a:solidFill>
                  <a:srgbClr val="FE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0.00017</a:t>
            </a: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0.00360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3520440"/>
            <a:ext cx="4617720" cy="1737360"/>
          </a:xfrm>
          <a:prstGeom prst="roundRect">
            <a:avLst>
              <a:gd name="adj" fmla="val 6316"/>
            </a:avLst>
          </a:prstGeom>
          <a:solidFill>
            <a:srgbClr val="2F85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37360" y="37033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P(positive | review)
</a:t>
            </a:r>
            <a:r>
              <a:rPr lang="en-US" sz="14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0.00343 / 0.00360  =  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3520440"/>
            <a:ext cx="461772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46520" y="37033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P(negative | review)
</a:t>
            </a: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0.00017 / 0.00360  =  </a:t>
            </a:r>
            <a:r>
              <a:rPr lang="en-US" sz="4000" b="1" dirty="0">
                <a:solidFill>
                  <a:srgbClr val="FEB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POSITIVE, with 95% confidence.  The analyser works.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“+1” saved 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we'd skipped smoothing and used raw shares. “loved” never appeared in a negative review…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286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smoothing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P(loved|neg) = 0/8 = </a:t>
            </a:r>
            <a:r>
              <a:rPr lang="en-US" sz="1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
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0.43 × </a:t>
            </a:r>
            <a:r>
              <a:rPr lang="en-US" sz="1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… = </a:t>
            </a:r>
            <a:r>
              <a:rPr lang="en-US" sz="20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unseen word vetoes the whole class.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205740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E6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22860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smoothing (+1)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78892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P(loved|neg) = (0+1)/17 = </a:t>
            </a:r>
            <a:r>
              <a:rPr lang="en-US" sz="16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1/17
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but not zero — the class stays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running and the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words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get their say.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800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or unseen words are the norm in real text, so smoothing isn't optional — it's what makes Naive Bayes robust.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430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 (count)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423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reviews per label
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P(class)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words per label,
add-1 smooth
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P(word|class)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  (Bayes)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class:  prior × ∏ likelihoods
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score per class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scores
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P(review)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score by evidence
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pick the bigger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Bayes word — prior, likelihood, evidence, posterior — shows up exactly once. That's the entire method.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just built — and its limits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working classifier from nothing but counts. The same recipe scales to thousands of reviews. But know its blind spots: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291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5146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word order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good” and “good” look the same in a bag of words. Negation is invisible.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148840"/>
            <a:ext cx="3291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25146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8463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words are independent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“naive” bet — wrong, but good enough to rank classes correctly.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148840"/>
            <a:ext cx="3291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6B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41080" y="25146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41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3337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knows its vocabulary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4069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never seen in training carries no signal at all.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(transformers) fix these by reading words in context — but they're doing a fancier version of the same job you just did by hand.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coin-flips to a classifier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874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3774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a labelled corpus into a prior and word likelihoods.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54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Bayes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6576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 new review for each class and normalised.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9377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95% positive — a decision, from arithmetic.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ideas ran through every deck: prior, likelihood, evidence, posterior. You've now seen them learn from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1674</Words>
  <Application>Microsoft Macintosh PowerPoint</Application>
  <PresentationFormat>Widescreen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Shripada Hebbar Nellithadka [MAHE-MSIS]</cp:lastModifiedBy>
  <cp:revision>1</cp:revision>
  <dcterms:created xsi:type="dcterms:W3CDTF">2026-09-18T03:34:41Z</dcterms:created>
  <dcterms:modified xsi:type="dcterms:W3CDTF">2026-09-18T04:00:24Z</dcterms:modified>
</cp:coreProperties>
</file>